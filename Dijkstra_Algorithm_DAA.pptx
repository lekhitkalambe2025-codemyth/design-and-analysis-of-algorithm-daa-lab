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Today I will explain Dijkstra's algorithm, one of the most important shortest path algorithms in DAA. This presentation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a weighted graph with non-negative weights and a source, Dijkstra finds the shortest distance to every vertex. It is greedy: it always picks the closest unvisited vertex.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one: set the source distance to zero and all others to infinity. Then repeatedly extract the closest vertex and relax its neighbours. Relaxation is the heart of the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Starting from A: C is reached at cost 2, then B at cost 3 through C, which is cheaper than the direct edge of 4. D is then 8 and E is 11. The table shows final distances and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simple array the time is O of V squared. With a binary min-heap it improves to O of V plus E times log V. Space is O of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powers navigation apps and network routing. Its main limitation is that it cannot handle negative edge weights, where Bellman-Ford is used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Dijkstra is greedy, relies on relaxation, runs in O of V plus E log V with a heap, and needs non-negative weights. Thank you. This presentation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822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 using the Greedy Approach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 Lab  |  Use of AI Assignment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Lekhit  |  PRN: 25070521204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it solve?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08760"/>
            <a:ext cx="457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graph with non-negative edge weights and a source vertex 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508760"/>
            <a:ext cx="457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distance from s to every other vertex, plus the path.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508760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always pick the unvisited vertex with the smallest known distance.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finding the fastest route between two cities on a road map.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5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1887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dist[source] = 0 and every other distance to infinity.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88366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88366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all vertices in a priority queue (min-heap) keyed by distance.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578608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78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vertex u with the minimum distance.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27355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2735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each neighbour v: if dist[u] + w(u,v) &lt; dist[v], update dist[v].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3968496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6849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queue is empty. All shortest distances are final.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source =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1005840" y="1554480"/>
            <a:ext cx="1645920" cy="118872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19933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7335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743200"/>
            <a:ext cx="1645920" cy="91440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30449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73352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2651760" y="1554480"/>
            <a:ext cx="0" cy="210312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2450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96312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554480"/>
            <a:ext cx="173736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39903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64992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2651760" y="1554480"/>
            <a:ext cx="1737360" cy="210312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2450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4992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554480"/>
            <a:ext cx="0" cy="210312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2450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33672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3657600"/>
            <a:ext cx="173736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35021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64992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377440" y="128016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774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377440" y="338328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774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114800" y="128016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14800" y="338328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80160"/>
          <a:ext cx="33832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 →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35"/>
          <p:cNvSpPr txBox="1"/>
          <p:nvPr/>
        </p:nvSpPr>
        <p:spPr>
          <a:xfrm>
            <a:off x="5394960" y="3520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→ C → B (cost 3) beats A → B (cost 4).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and complexity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1887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dist[s] = 0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dist[v] = INF  (all other v)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all vertices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 is not empty: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extract-min(Q)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neighbour v of u: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dist[u]+w(u,v) &lt; dist[v]: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dist[v] = dist[u]+w(u,v)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298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implementation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2331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min-heap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3474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limitations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457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map navigation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 (OSPF, IS-IS)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 pathfinding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and logistics planning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417320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1488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negative edge weights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Bellman-Ford instead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paths from one source only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priority queue for speed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822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choice: always expand the closest unvisited vertex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updates distances to find better paths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 with a min-heap; no negative weights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PptxGenJS Presentation</dc:subject>
  <dc:creator>DAA Lab</dc:creator>
  <cp:lastModifiedBy>DAA Lab</cp:lastModifiedBy>
  <cp:revision>1</cp:revision>
  <dcterms:created xsi:type="dcterms:W3CDTF">2026-10-20T06:12:41Z</dcterms:created>
  <dcterms:modified xsi:type="dcterms:W3CDTF">2026-10-20T06:12:41Z</dcterms:modified>
</cp:coreProperties>
</file>